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program question: can a wearable, touch-based stimulus engage brain rhythms in a way that helps the brain clear waste (the glymphatic system), with Alzheimer's relevance? I'll motivate it from the literature, lay out what to test, then show a first electrophysiology study testing the premise. I separate 'plausible mechanism' from 'proven' throughout. ~35 min — please interrupt.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 the gap. Pharmacology for Alzheimer's has struggled; the most credible non-drug clinical evidence is multidomain lifestyle intervention (FINGER, US POINTER). Non-invasive neuromodulation — light, sound, touch — is an emerging but mostly unproven frontier. The question is what a wearable, touch-based approach could add, and we should hold it to the bar those lifestyle trials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chain. The glymphatic system is the brain's waste-clearance pathway — CSF/interstitial-fluid exchange that removes amyloid-β and tau. The hypothesis: if we can drive the right rhythms or brain-states from the skin, we may enhance that clearance. This is a mechanism hypothesis to test, not a clinical claim — I'll be explicit about that distinction the whole way 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niche. The established sensory-stimulation approach is audiovisual 40 Hz (GENUS). Its practical limits are daily wearability, comfort, and sleep use — exactly when clearance peaks. Touch/vibration is comparatively unexplored, is wearable, can run during sleep, and integrates with the wearable-sensing ecosystem (the Snyder-lab angle). That combination is the white space this program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anchor evidence chain. In mice, 40 Hz visual/auditory stimulation (GENUS, Tsai lab 2016) reduces amyloid and engages microglia; Murdock 2024 in Nature shows 40 Hz gamma drives CSF influx and amyloid clearance, AQP4-dependent — the gamma-to-glymphatic bridge. Early human trials (Chan 2022) report safety, neural entrainment, and good compliance. This is why 40 Hz is the canonical frequency to start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Essential for credibility — especially at Stanford. The Buzsáki lab and others caution that an evoked steady-state response at the stimulus frequency is not the same as entraining the brain's endogenous oscillator; some studies find 40 Hz light does not entrain native gamma in AD models. So the program holds two questions apart: did we engage the circuit, versus did we change the disease. Building that honesty in is part of the design, not a footnote.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targeting clearance via brain-state is reasonable. Glymphatic/CSF flow isn't passive: it's driven by neural activity, vascular pulsation, and especially sleep slow waves — Fultz 2019 (human, NREM slow waves drive CSF oscillations), Hablitz 2019 (influx tracks EEG delta), Mestre 2018 (arterial pulsation), and Jiang-Xie–Kipnis 2024 in Nature (neuronal ionic waves actively direct CSF perfusion). In humans, sleep clearance raises morning plasma Aβ/tau (Dagum 2026). So if stimulation can shape brain state, engaging clearance is mechanistically plausible — and this points to slow / sleep-band stimulation, not only 40 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touch-specific evidence. Suk 2023 (Tsai lab) showed 40 Hz whole-body vibration reduces pathology and improves motor function in mouse AD models — the central haptic anchor, though not yet a human AD trial. And classic somatosensory physiology (Romo, Mountcastle flutter coding) shows primary somatosensory cortex faithfully encodes vibration frequency — so a frequency-specific tactile drive is biologically grounded, not wishful.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payoff of Part 2. The literature defines a parameter space: 40 Hz (the GENUS anchor); ~50 Hz (where our own single-unit data peak — coming in Part 3); slow ~1 Hz / sleep-band (because clearance tracks slow waves); patterning — steady single-site versus spatiotemporal 'coordinated reset', which produces lasting plasticity rather than transient entrainment in Parkinson's (Tass vibrotactile glove); and rigorous controls — a non-40 frequency like 20 Hz, sham, and perceptually matched salience to exclude pure arousal. This is the experimental program the current study begins to 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tactor delivers a sinusoidal vibration in 3 s ON / 3 s OFF blocks (figure: trial structure + analysis windows). We vary carrier frequency (5, 10, 26, 50 Hz) and amplitude, ~200 trials/condition, recording extracellularly with linear silicon probes in two connected regions at once: hippocampus (spatial/memory) and entorhinal cortex (its principal cortical input). Each window is referenced to the 1 s pre-stimulus baseline; 100 ms margins isolate onset/offset transients.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crux of the whole study. An extracellular electrode captures two regimes. The local field potential (LFP) is the low-frequency aggregate of synaptic/transmembrane currents from many neurons — large, but non-specific and susceptible to volume-conducted or instrumental noise. A 'single unit' is one individual neuron's spiking, isolated by spike sorting (clustering spikes by waveform). Stadium intuition: the crowd's roar (LFP) versus one identified shout (a single unit). The asymmetry that matters: an electrical artifact can add power to the LFP, but it cannot make a sorted neuron fire — so single-unit rate changes are the conservative, artifact-resistant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broadband LFP shows a clear, amplitude-graded response — but concentrated at the ON and OFF transitions: an evoked transient, not a sustained oscillation at the drive frequency. The difference between responding to the event of stimulation versus tracking its rhythm. So there is a response — but not yet frequency-following.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entrainment test (recall Part 2's definition). Frequency-following predicts a narrowband peak at the carrier above the 1/f background plus above-chance inter-trial phase consistency. We see neither, at any carrier, replicated across two sessions — no power- or phase-based frequency-following in hippocampus.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entorhinal cortex there is a narrowband 50 Hz LFP power increase that scales with amplitude — superficially the entrainment signal we want. But the LFP is precisely the readout electrical pickup can mimic, so before interpreting it as neural we must exclude a stimulator-coupled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actuator and its drive electronics can couple a 50 Hz signal into the recording — volume-conducted or via wiring. In the LFP that's indistinguishable from a neural 50 Hz. We need a discriminator the artifact can't fool.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discriminator: broken/disconnected channels cannot record neurons but still act as antennas for pickup. If they carry the 50 Hz, it's instrumental. They do — ~6× the in-tissue channels — so the entorhinal 50 Hz LFP is largely stimulator artifact. The headline LFP result is mostly the machine. This is the central twist, and exactly the 'steady-state response ≠ real engagement' caution from Part 2, caught in our own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artifact-resistant readout: sorted single units change firing rate during the high-amplitude 50 Hz condition, in both regions, and far more than at lower carriers. Pickup cannot drive a sorted neuron's spike train, so this is the clean evidence — and it answers the program's hardest objection: touch does reach and frequency-specifically drive these neurons.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controls. Spike detection operates above ~300 Hz, so 50 Hz pickup is filtered out before a spike is detected. And were pickup injecting spurious spikes at 50 Hz, the autocorrelogram would develop 20 ms periodicity during stimulation — it does not, and is identical ON vs OFF; refractory-violation rates don't rise either. So the rate modulation is genuine single-unit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regions transform the same input in opposite directions: a hippocampal subset increases firing while entorhinal cortex is net-suppressed. Opposite-signed responses to identical input are inconsistent with a passive relay and consistent with circuit-specific processing — and the suppression is itself artifact-resistant (pickup adds, it can't remove, spikes).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LFP–LFP coherence increases, but a shared pickup inflates coherence. The spike–field measure (one region's spikes vs the other's LFP phase), which a shared artifact can't fake as easily, does not increase — so the apparent coupling is most parsimoniously a shared signal, not genuine coordination.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Testing entrainment (phase-locking) requires a time-aligned reference for the stimulus phase. We didn't record a usable one — so 'no entrainment shown' is a measurement gap, not evidence of absence. The power/periodicity negatives are real; only the phase-locking claim is gated by the missing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Verified from the raw digital stream: the sync channel updated at ~4 Hz irrespective of carrier (same ~6 pulses/trial for 5 and 26 Hz; ~78 expected at 26 Hz), never sustained a run at the carrier period, and was misaligned with the schedule. Undersampled and decoupled — phase unrecoverable. A ~4 Hz observer can't resolve a 26 Hz oscillation.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Design, not analysis: record the stimulus three ways on the acquisition clock — a firmware per-cycle marker (implemented), a transduced measurement of the delivered vibration (PVDF or accelerometer, which also verifies delivery), and a drive-signal copy — then cross-validate, plus a short verification recording before the session. With redundancy on a shared clock, a failed reference is caught immediately rather than months later. This is what makes entrainment — and eventually clearance readouts — testable.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 fits. The program's hardest objection (Part 2) is whether sensory stimulation engages the relevant circuits or just produces a surface steady-state. This study answers it for touch: peripheral vibration drives frequency-specific single-unit responses in hippocampus and entorhinal cortex — AD-relevant medial-temporal circuits — and they're frequency-tuned, peaking near 50 Hz. That converts 'haptic 40 Hz' from an assumption into a measured, tunable target-engagement parameter — the prerequisite before any clearance or clinical claim, and it sharpens the parameter list (40 vs 50 vs slow) for the next studies.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five anchors: the origin of sensory-gamma (Tsai 2016); the gamma→glymphatic bridge (Murdock 2024); the haptic anchor (Suk 2023); the mechanism legitimizing brain-state stimulation of clearance (Jiang-Xie–Kipnis 2024); and the guardrail that keeps us honest (Buzsáki/Soula: a steady-state response is not entrainment). Full lit-review repository available on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Anticipated questions. 'Is 50 Hz special or just strongest?' — strongest clean single-unit effect of the carriers tested; the LFP transient was largest at 26 Hz but that's the artifact-prone measure. 'Could it be arousal?' — possible, but frequency-specific (50 ≫ 26 at matched amplitude); an indirect sensory/state pathway isn't excluded. 'Why distrust the 50 Hz LFP?' — disconnected channels carry it at ~6× tissue. 'Is this a treatment?' — no; this is target-engagement evidence for a mechanism hypothesis, deliberately separated from any clinical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7315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om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3291840" cy="420624"/>
          </a:xfrm>
          <a:prstGeom prst="rect">
            <a:avLst/>
          </a:prstGeom>
        </p:spPr>
      </p:pic>
      <p:pic>
        <p:nvPicPr>
          <p:cNvPr id="5" name="Picture 4" descr="mous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5303520"/>
            <a:ext cx="2011680" cy="1376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828800"/>
            <a:ext cx="853409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Can touch help the brain clear itself?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85340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D7D2CB"/>
                </a:solidFill>
                <a:latin typeface="Calibri"/>
              </a:rPr>
              <a:t>Wearable haptic stimulation, brain rhythms, and glymphatic clearance — rationale, plan, and first electrophysiology (in the mouse)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A958C"/>
                </a:solidFill>
                <a:latin typeface="Calibri"/>
              </a:rPr>
              <a:t>Pardis Miri  ·  a Snyder Lab (Stanford) × Buzsáki Lab (NYU) collaboration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om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651760" cy="3388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468880"/>
            <a:ext cx="103628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Part 1 · The vision — clearing the brain through touch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Alzheimer's resists drugs — non-invasive neuromodulation is an open frontier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The strongest non-drug clinical evidence today is multidomain lifestyle (FINGER, US POINTER). Non-invasive stimulation is largely unproven — which is the opportunity.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THE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The proposal: engage brain rhythms through touch to drive the brain's clearance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Wearable haptic stimulation → entrain brain rhythms → engage glymphatic clearance of amyloid-β / tau. A mechanism hypothesis — explicitly not yet a treatment claim.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WHY TOUCH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Why haptic, and why wearable: the white space next to light and sound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40 Hz light/sound (GENUS) is the developed approach but hard to wear daily. Touch is the open frontier — wearable, sleep-compatible, and pairs naturally with sensing.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om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651760" cy="3388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468880"/>
            <a:ext cx="103628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Part 2 · What the literature says — and what to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EVIDENCE · 40 HZ GAMMA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40 Hz sensory stimulation lowers amyloid and drives clearance — animals, and early humans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GENUS / Tsai 2016: 40 Hz light/sound lowers amyloid. Murdock 2024 (Nature): 40 Hz gamma drives glymphatic Aβ clearance. Human gamma-sensory is safe with target engagement (Chan 2022).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THE HONEST CAVEAT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But a steady-state response is not the same as entraining the brain's own rhythm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A driven 40 Hz response ≠ engaging native gamma (Buzsáki/Soula; some studies find 40 Hz light fails to entrain native gamma in AD-model mice). We separate target engagement from disease modification.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EVIDENCE · CLEARANCE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Clearance is actively driven by neural, vascular &amp; sleep dynamics — so 'brain-state' stimulation is plausible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CSF flow tracks NREM slow waves (Fultz 2019) and EEG delta (Hablitz 2019); neuronal dynamics actively direct CSF perfusion (Jiang-Xie–Kipnis 2024, Nature); human sleep clearance moves plasma Aβ/tau (Dagum 2026).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EVIDENCE · HAPTIC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The haptic anchor: 40 Hz vibration helps in mouse AD models, and cortex codes vibration frequency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40 Hz whole-body vibration reduces pathology and improves function in AD-model mice (Suk 2023). Somatosensory cortex faithfully encodes vibration frequency (Romo, Mountcastle) — touch can carry a frequency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→ WHAT TO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So which haptic parameters should we test?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40 Hz (gamma) · ~50 Hz (our electrophysiology, Part 3) · slow ~1 Hz / sleep-band (clearance biology) · steady vs coordinated-reset patterning · controls: 20 Hz, sham, matched salience.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om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651760" cy="3388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468880"/>
            <a:ext cx="103628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Part 3 · Does touch even reach the brain? A first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628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EDDDDD"/>
                </a:solidFill>
                <a:latin typeface="Calibri"/>
              </a:rPr>
              <a:t>Foundational electrophysiology in the mouse — before any clearance 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Design: parametric haptic stimulation with simultaneous electrophysiology</a:t>
            </a:r>
          </a:p>
        </p:txBody>
      </p:sp>
      <p:pic>
        <p:nvPicPr>
          <p:cNvPr id="4" name="Picture 3" descr="trial_wind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917" y="1554480"/>
            <a:ext cx="9161859" cy="4343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3 s ON / 3 s OFF blocks across four carrier frequencies (5/10/26/50 Hz) and three amplitudes; ~200 repeats/condition; dual-region linear-probe recording (hippocampus + entorhinal cortex).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KEY METHODOLOGICAL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One electrode yields two readouts: LFP and single-unit activity</a:t>
            </a:r>
          </a:p>
        </p:txBody>
      </p:sp>
      <p:pic>
        <p:nvPicPr>
          <p:cNvPr id="5" name="Picture 4" descr="stad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140" y="1965960"/>
            <a:ext cx="8163414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LFP = low-frequency aggregate field (many cells). A single unit = one individual neuron's firing (spikes), isolated by spike sorting. They differ in what can fake them — spikes are the conservative readout.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A robust LFP response — transition-weighted, not a sustained oscillation</a:t>
            </a:r>
          </a:p>
        </p:txBody>
      </p:sp>
      <p:pic>
        <p:nvPicPr>
          <p:cNvPr id="5" name="Picture 4" descr="transition_index_cond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097" y="1965960"/>
            <a:ext cx="81915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The broadband LFP responds at stimulus onset/offset (an evoked transient), not as a sustained rhythm at the carrier frequency.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No frequency-following in hippocampus at any carrier</a:t>
            </a:r>
          </a:p>
        </p:txBody>
      </p:sp>
      <p:pic>
        <p:nvPicPr>
          <p:cNvPr id="5" name="Picture 4" descr="spectral_slope_itpc_de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247" y="1965960"/>
            <a:ext cx="65532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No narrowband spectral peak above the 1/f background, and inter-trial phase consistency at chance — across 5/10/26/50 Hz, replicated across sessions.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16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Entorhinal cortex shows an amplitude-graded 50 Hz LFP increase</a:t>
            </a:r>
          </a:p>
        </p:txBody>
      </p:sp>
      <p:pic>
        <p:nvPicPr>
          <p:cNvPr id="5" name="Picture 4" descr="driven_power_change_by_analysis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965960"/>
            <a:ext cx="10728655" cy="204355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A narrowband 50 Hz LFP power increase, scaling with amplitude — the candidate entrainment signal. But the LFP is exactly the readout most vulnerable to artifact.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THE CONFOUND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The confound: stimulator-coupled 50 Hz electrical artifact</a:t>
            </a:r>
          </a:p>
        </p:txBody>
      </p:sp>
      <p:pic>
        <p:nvPicPr>
          <p:cNvPr id="5" name="Picture 4" descr="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4039" y="1965960"/>
            <a:ext cx="8643615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An electromechanical actuator can inject a 50 Hz electrical artifact directly into the recording — indistinguishable from a neural 50 Hz in the LFP alone.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3, CONTROLLED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Disconnected channels carry the 50 Hz — so it is largely pickup</a:t>
            </a:r>
          </a:p>
        </p:txBody>
      </p:sp>
      <p:pic>
        <p:nvPicPr>
          <p:cNvPr id="5" name="Picture 4" descr="50hz_pickup_gradient_dhpc_vs_l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965960"/>
            <a:ext cx="10728655" cy="379629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Disconnected electrodes (which cannot record neural signal) show ~6× more 50 Hz than in-tissue channels. The entorhinal 50 Hz LFP is substantially artifact.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19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4 — THE ROBUST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Frequency-specific single-unit rate modulation at 50 Hz</a:t>
            </a:r>
          </a:p>
        </p:txBody>
      </p:sp>
      <p:pic>
        <p:nvPicPr>
          <p:cNvPr id="5" name="Picture 4" descr="spike_onoff_cross_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965960"/>
            <a:ext cx="10728655" cy="312106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Sorted single units change firing rate during 50 Hz / high-amplitude stimulation, in both regions — an effect electrical pickup cannot produce.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20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Controls: high-pass separation + autocorrelogram / ISI screens</a:t>
            </a:r>
          </a:p>
        </p:txBody>
      </p:sp>
      <p:pic>
        <p:nvPicPr>
          <p:cNvPr id="5" name="Picture 4" descr="unit87_acg_artifact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965960"/>
            <a:ext cx="10728655" cy="27959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Spikes are detected &gt;~300 Hz (50 Hz pickup is removed pre-detection); units show no stimulus-locked 50 Hz periodicity and no ON-rise in refractory violations.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Region-specific, bidirectional modulation — not a passive relay</a:t>
            </a:r>
          </a:p>
        </p:txBody>
      </p:sp>
      <p:pic>
        <p:nvPicPr>
          <p:cNvPr id="5" name="Picture 4" descr="spike_50hz_interpre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624" y="1965960"/>
            <a:ext cx="7652446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Hippocampus: a driven-up subset. Entorhinal cortex: net-suppressed. Opposite transformations of identical input argue for active, circuit-specific processing.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No clear cross-regional coordination at 50 Hz</a:t>
            </a:r>
          </a:p>
        </p:txBody>
      </p:sp>
      <p:pic>
        <p:nvPicPr>
          <p:cNvPr id="5" name="Picture 4" descr="coordination_50hz_poo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035" y="1965960"/>
            <a:ext cx="10431624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LFP–LFP coherence rises, but the artifact-resistant cross-region spike–field measure does not — parsimoniously a shared signal, not interaction.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om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651760" cy="3388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468880"/>
            <a:ext cx="103628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Part 4 · Limits, and the next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THE LIMITATION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Entrainment was untestable — a measurement gap, not a null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Phase-locking to the stimulus requires a recorded, time-aligned stimulus-phase reference. We lacked one — so entrainment is untestable here, not negative.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The digital sync channel never captured the carrier</a:t>
            </a:r>
          </a:p>
        </p:txBody>
      </p:sp>
      <p:pic>
        <p:nvPicPr>
          <p:cNvPr id="5" name="Picture 4" descr="ttl_cannot_recover_tactor_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197" y="1965960"/>
            <a:ext cx="70993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The recorded sync line updated at ~4 Hz, independent of carrier (identical pulse counts at 5 vs 26 Hz; ~78 expected at 26 Hz). No phase reference exists in the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26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THE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Fix: redundant, clock-shared stimulus references</a:t>
            </a:r>
          </a:p>
        </p:txBody>
      </p:sp>
      <p:pic>
        <p:nvPicPr>
          <p:cNvPr id="5" name="Picture 4" descr="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9739" y="1965960"/>
            <a:ext cx="7832215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Firmware per-cycle sync + a transduced force/accelerometer signal + a drive-signal copy, all on the acquisition clock — cross-checked, with pre-session verification.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om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651760" cy="3388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468880"/>
            <a:ext cx="103628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Part 5 · How it fits the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THE ROLE OF THIS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This study de-risks the program's core premise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It shows peripheral vibration reaches AD-relevant medial-temporal circuits and that those neurons are frequency-tuned (peak ~50 Hz) — directly answering the 'steady-state ≠ engagement' objection.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KEY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Key 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GENUS / Tsai 2016 · Murdock 2024 (gamma → glymphatic) · Suk 2023 (40 Hz tactile) · Jiang-Xie–Kipnis 2024 (neural dynamics → CSF) · + Buzsáki / Soula (steady-state ≠ entrainment).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30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7315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om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3291840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743200"/>
            <a:ext cx="853409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Thank you —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85340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D7D2CB"/>
                </a:solidFill>
                <a:latin typeface="Calibri"/>
              </a:rPr>
              <a:t>Happy to go into any figure, the artifact controls, the parameter plan, or the next-round instrumentation.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31 / 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